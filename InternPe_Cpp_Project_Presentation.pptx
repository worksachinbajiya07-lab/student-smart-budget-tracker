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/>
            </a:pPr>
            <a:r>
              <a:t>STUDENT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C++ Summer Internship Project | Sachin Bajiya</a:t>
            </a:r>
          </a:p>
          <a:p>
            <a:r>
              <a:t>Jaipur Engineering College and Research Centre, Jaipur</a:t>
            </a:r>
          </a:p>
          <a:p>
            <a:r>
              <a:t>Information Technology | Second Year, Third Semester | InternPe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100"/>
            </a:pPr>
            <a:r>
              <a:t>A menu-driven console application written in C++</a:t>
            </a:r>
          </a:p>
          <a:p>
            <a:pPr>
              <a:spcAft>
                <a:spcPts val="1200"/>
              </a:spcAft>
              <a:defRPr sz="2100"/>
            </a:pPr>
            <a:r>
              <a:t>Maintains basic student records locally</a:t>
            </a:r>
          </a:p>
          <a:p>
            <a:pPr>
              <a:spcAft>
                <a:spcPts val="1200"/>
              </a:spcAft>
              <a:defRPr sz="2100"/>
            </a:pPr>
            <a:r>
              <a:t>Uses a text file to preserve records between program runs</a:t>
            </a:r>
          </a:p>
          <a:p>
            <a:pPr>
              <a:spcAft>
                <a:spcPts val="1200"/>
              </a:spcAft>
              <a:defRPr sz="2100"/>
            </a:pPr>
            <a:r>
              <a:t>Designed as an educational project for demonstrating C++ fundamentals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100"/>
            </a:pPr>
            <a:r>
              <a:t>Manual record management can make searching and updating information time-consuming</a:t>
            </a:r>
          </a:p>
          <a:p>
            <a:pPr>
              <a:spcAft>
                <a:spcPts val="1200"/>
              </a:spcAft>
              <a:defRPr sz="2100"/>
            </a:pPr>
            <a:r>
              <a:t>A simple application can organize common student-record operations</a:t>
            </a:r>
          </a:p>
          <a:p>
            <a:pPr>
              <a:spcAft>
                <a:spcPts val="1200"/>
              </a:spcAft>
              <a:defRPr sz="2100"/>
            </a:pPr>
            <a:r>
              <a:t>The project demonstrates a structured and repeatable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100"/>
            </a:pPr>
            <a:r>
              <a:t>Add, display, search, update, and delete student records</a:t>
            </a:r>
          </a:p>
          <a:p>
            <a:pPr>
              <a:spcAft>
                <a:spcPts val="1200"/>
              </a:spcAft>
              <a:defRPr sz="2100"/>
            </a:pPr>
            <a:r>
              <a:t>Calculate a grade from marks and show a result summary</a:t>
            </a:r>
          </a:p>
          <a:p>
            <a:pPr>
              <a:spcAft>
                <a:spcPts val="1200"/>
              </a:spcAft>
              <a:defRPr sz="2100"/>
            </a:pPr>
            <a:r>
              <a:t>Practice functions, structures, vectors, loops, and conditionals</a:t>
            </a:r>
          </a:p>
          <a:p>
            <a:pPr>
              <a:spcAft>
                <a:spcPts val="1200"/>
              </a:spcAft>
              <a:defRPr sz="2100"/>
            </a:pPr>
            <a:r>
              <a:t>Use file input/output for basic persistence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100"/>
            </a:pPr>
            <a:r>
              <a:t>Programming language: C++ (C++17-compatible compiler)</a:t>
            </a:r>
          </a:p>
          <a:p>
            <a:pPr>
              <a:spcAft>
                <a:spcPts val="1200"/>
              </a:spcAft>
              <a:defRPr sz="2100"/>
            </a:pPr>
            <a:r>
              <a:t>Libraries: iostream, fstream, sstream, vector, string, iomanip, limits</a:t>
            </a:r>
          </a:p>
          <a:p>
            <a:pPr>
              <a:spcAft>
                <a:spcPts val="1200"/>
              </a:spcAft>
              <a:defRPr sz="2100"/>
            </a:pPr>
            <a:r>
              <a:t>Interface: Command-line / console</a:t>
            </a:r>
          </a:p>
          <a:p>
            <a:pPr>
              <a:spcAft>
                <a:spcPts val="1200"/>
              </a:spcAft>
              <a:defRPr sz="2100"/>
            </a:pPr>
            <a:r>
              <a:t>Storage: Local text file named students.txt</a:t>
            </a:r>
          </a:p>
          <a:p>
            <a:pPr>
              <a:spcAft>
                <a:spcPts val="1200"/>
              </a:spcAft>
              <a:defRPr sz="2100"/>
            </a:pPr>
            <a:r>
              <a:t>Suggested compiler: g++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Main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100"/>
            </a:pPr>
            <a:r>
              <a:t>Add student with unique positive roll number</a:t>
            </a:r>
          </a:p>
          <a:p>
            <a:pPr>
              <a:spcAft>
                <a:spcPts val="1200"/>
              </a:spcAft>
              <a:defRPr sz="2100"/>
            </a:pPr>
            <a:r>
              <a:t>Display all records in a table</a:t>
            </a:r>
          </a:p>
          <a:p>
            <a:pPr>
              <a:spcAft>
                <a:spcPts val="1200"/>
              </a:spcAft>
              <a:defRPr sz="2100"/>
            </a:pPr>
            <a:r>
              <a:t>Search by roll number</a:t>
            </a:r>
          </a:p>
          <a:p>
            <a:pPr>
              <a:spcAft>
                <a:spcPts val="1200"/>
              </a:spcAft>
              <a:defRPr sz="2100"/>
            </a:pPr>
            <a:r>
              <a:t>Update student details or marks</a:t>
            </a:r>
          </a:p>
          <a:p>
            <a:pPr>
              <a:spcAft>
                <a:spcPts val="1200"/>
              </a:spcAft>
              <a:defRPr sz="2100"/>
            </a:pPr>
            <a:r>
              <a:t>Delete a record after confirmation</a:t>
            </a:r>
          </a:p>
          <a:p>
            <a:pPr>
              <a:spcAft>
                <a:spcPts val="1200"/>
              </a:spcAft>
              <a:defRPr sz="2100"/>
            </a:pPr>
            <a:r>
              <a:t>Show total students, average marks, and pass/below-40 counts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Program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100"/>
            </a:pPr>
            <a:r>
              <a:t>Start and load saved records from students.txt</a:t>
            </a:r>
          </a:p>
          <a:p>
            <a:pPr>
              <a:spcAft>
                <a:spcPts val="1200"/>
              </a:spcAft>
              <a:defRPr sz="2100"/>
            </a:pPr>
            <a:r>
              <a:t>Display the main menu and accept a choice</a:t>
            </a:r>
          </a:p>
          <a:p>
            <a:pPr>
              <a:spcAft>
                <a:spcPts val="1200"/>
              </a:spcAft>
              <a:defRPr sz="2100"/>
            </a:pPr>
            <a:r>
              <a:t>Call the selected operation using a switch statement</a:t>
            </a:r>
          </a:p>
          <a:p>
            <a:pPr>
              <a:spcAft>
                <a:spcPts val="1200"/>
              </a:spcAft>
              <a:defRPr sz="2100"/>
            </a:pPr>
            <a:r>
              <a:t>Validate input and update the in-memory vector</a:t>
            </a:r>
          </a:p>
          <a:p>
            <a:pPr>
              <a:spcAft>
                <a:spcPts val="1200"/>
              </a:spcAft>
              <a:defRPr sz="2100"/>
            </a:pPr>
            <a:r>
              <a:t>Save changes to the text file</a:t>
            </a:r>
          </a:p>
          <a:p>
            <a:pPr>
              <a:spcAft>
                <a:spcPts val="1200"/>
              </a:spcAft>
              <a:defRPr sz="2100"/>
            </a:pPr>
            <a:r>
              <a:t>Repeat until the user selects Save and Exit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C++ Concepts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100"/>
            </a:pPr>
            <a:r>
              <a:t>Structures to represent a student</a:t>
            </a:r>
          </a:p>
          <a:p>
            <a:pPr>
              <a:spcAft>
                <a:spcPts val="1200"/>
              </a:spcAft>
              <a:defRPr sz="2100"/>
            </a:pPr>
            <a:r>
              <a:t>Vectors to manage a collection of records</a:t>
            </a:r>
          </a:p>
          <a:p>
            <a:pPr>
              <a:spcAft>
                <a:spcPts val="1200"/>
              </a:spcAft>
              <a:defRPr sz="2100"/>
            </a:pPr>
            <a:r>
              <a:t>Functions to separate each operation</a:t>
            </a:r>
          </a:p>
          <a:p>
            <a:pPr>
              <a:spcAft>
                <a:spcPts val="1200"/>
              </a:spcAft>
              <a:defRPr sz="2100"/>
            </a:pPr>
            <a:r>
              <a:t>Loops and conditionals for menu logic and validation</a:t>
            </a:r>
          </a:p>
          <a:p>
            <a:pPr>
              <a:spcAft>
                <a:spcPts val="1200"/>
              </a:spcAft>
              <a:defRPr sz="2100"/>
            </a:pPr>
            <a:r>
              <a:t>Searching by roll number</a:t>
            </a:r>
          </a:p>
          <a:p>
            <a:pPr>
              <a:spcAft>
                <a:spcPts val="1200"/>
              </a:spcAft>
              <a:defRPr sz="2100"/>
            </a:pPr>
            <a:r>
              <a:t>File handling using ifstream and ofstream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Sample Record and Grading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100"/>
            </a:pPr>
            <a:r>
              <a:t>Example: Roll No. 101 | Aditi Sharma | Information Technology | 86 marks</a:t>
            </a:r>
          </a:p>
          <a:p>
            <a:pPr>
              <a:spcAft>
                <a:spcPts val="1200"/>
              </a:spcAft>
              <a:defRPr sz="2100"/>
            </a:pPr>
            <a:r>
              <a:t>Sample grade bands: A+ (90+), A (80–89), B (70–79), C (60–69), D (50–59), F (below 50)</a:t>
            </a:r>
          </a:p>
          <a:p>
            <a:pPr>
              <a:spcAft>
                <a:spcPts val="1200"/>
              </a:spcAft>
              <a:defRPr sz="2100"/>
            </a:pPr>
            <a:r>
              <a:t>These grade bands are illustrative and are not an official college grading policy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Testing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100"/>
            </a:pPr>
            <a:r>
              <a:t>Add a valid record and attempt a duplicate roll number</a:t>
            </a:r>
          </a:p>
          <a:p>
            <a:pPr>
              <a:spcAft>
                <a:spcPts val="1200"/>
              </a:spcAft>
              <a:defRPr sz="2100"/>
            </a:pPr>
            <a:r>
              <a:t>Test marks below 0 and above 100</a:t>
            </a:r>
          </a:p>
          <a:p>
            <a:pPr>
              <a:spcAft>
                <a:spcPts val="1200"/>
              </a:spcAft>
              <a:defRPr sz="2100"/>
            </a:pPr>
            <a:r>
              <a:t>Search for existing and missing roll numbers</a:t>
            </a:r>
          </a:p>
          <a:p>
            <a:pPr>
              <a:spcAft>
                <a:spcPts val="1200"/>
              </a:spcAft>
              <a:defRPr sz="2100"/>
            </a:pPr>
            <a:r>
              <a:t>Update and delete records</a:t>
            </a:r>
          </a:p>
          <a:p>
            <a:pPr>
              <a:spcAft>
                <a:spcPts val="1200"/>
              </a:spcAft>
              <a:defRPr sz="2100"/>
            </a:pPr>
            <a:r>
              <a:t>Check result summary and empty-data behaviour</a:t>
            </a:r>
          </a:p>
          <a:p>
            <a:pPr>
              <a:spcAft>
                <a:spcPts val="1200"/>
              </a:spcAft>
              <a:defRPr sz="2100"/>
            </a:pPr>
            <a:r>
              <a:t>Close and reopen the application to verify saved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Record the actual outcomes after running each 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Limitations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100"/>
            </a:pPr>
            <a:r>
              <a:t>Current version is local, single-user, and console-based</a:t>
            </a:r>
          </a:p>
          <a:p>
            <a:pPr>
              <a:spcAft>
                <a:spcPts val="1200"/>
              </a:spcAft>
              <a:defRPr sz="2100"/>
            </a:pPr>
            <a:r>
              <a:t>Text-file data is not encrypted and is not suitable for sensitive records</a:t>
            </a:r>
          </a:p>
          <a:p>
            <a:pPr>
              <a:spcAft>
                <a:spcPts val="1200"/>
              </a:spcAft>
              <a:defRPr sz="2100"/>
            </a:pPr>
            <a:r>
              <a:t>Possible improvements: GUI, SQLite database, sorting, attendance, subject-wise marks, CSV export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100"/>
            </a:pPr>
            <a:r>
              <a:t>Combines core C++ concepts in a practical mini-project</a:t>
            </a:r>
          </a:p>
          <a:p>
            <a:pPr>
              <a:spcAft>
                <a:spcPts val="1200"/>
              </a:spcAft>
              <a:defRPr sz="2100"/>
            </a:pPr>
            <a:r>
              <a:t>Demonstrates record management, validation, searching, and file persistence</a:t>
            </a:r>
          </a:p>
          <a:p>
            <a:pPr>
              <a:spcAft>
                <a:spcPts val="1200"/>
              </a:spcAft>
              <a:defRPr sz="2100"/>
            </a:pPr>
            <a:r>
              <a:t>Can be expanded as programming skills develop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100"/>
            </a:pPr>
            <a:r>
              <a:t>C++ reference: https://en.cppreference.com/</a:t>
            </a:r>
          </a:p>
          <a:p>
            <a:pPr>
              <a:spcAft>
                <a:spcPts val="1200"/>
              </a:spcAft>
              <a:defRPr sz="2100"/>
            </a:pPr>
            <a:r>
              <a:t>ISO C++: https://isocpp.org/</a:t>
            </a:r>
          </a:p>
          <a:p>
            <a:pPr>
              <a:spcAft>
                <a:spcPts val="1200"/>
              </a:spcAft>
              <a:defRPr sz="2100"/>
            </a:pPr>
            <a:r>
              <a:t>Compiler documentation for the compiler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Add internship dates, mentor details, and any verified internship-specific requirements before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